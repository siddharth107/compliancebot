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ComplianceBot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CADCFC"/>
                </a:solidFill>
              </a:defRPr>
            </a:pPr>
            <a:r>
              <a:t>AI-Powered KYC Compliance System</a:t>
            </a:r>
            <a:br/>
            <a:r>
              <a:t>IE 5250 Applied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🏦 Banks need to verify customers (KYC process)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⏱️ Current process takes 95 days per customer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💰 Costs $2,598 per corporate 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🔍 Only 2% of financial crimes detected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📉 70% of customers lost due to slow onboarding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$1.23B in regulatory fines (H1 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Reduce processing time from 95 days to 5 minutes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Lower cost from $2,598 to ~$50 per 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Achieve 100% automation (vs 33% today)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Improve fraud detection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Create transparent audit trails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Enable instant customer onboarding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Agent 1: Document Intake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Extracts customer data (name, citizenship, income, age)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Validates data completeness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Agent 2: Risk Assessment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Analyzes income level, citizenship, 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Calculates risk score (0.0-1.0)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• Generates decision: APPROVE / REVIEW / REJECT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🤖 AI/ML: GPT-2 (Hugging Face) + Transformers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🎨 Frontend: Streamlit (Interactive UI)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🐍 Backend: Python 3.13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💾 Database: SQLite3 (Lightweight &amp; Fast)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⚙️ Orchestration: Custom Python (No external frameworks)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Testing: 9+ customer records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Impact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023360" cy="5303520"/>
          </a:xfrm>
          <a:prstGeom prst="rect">
            <a:avLst/>
          </a:prstGeom>
          <a:solidFill>
            <a:srgbClr val="FFF0F0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0000"/>
                </a:solidFill>
              </a:defRPr>
            </a:pPr>
            <a:r>
              <a:t>❌ Without ComplianceBot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• 95 days processing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• $2,598 per review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• 33% automation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• 70% manual work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• 2% fraud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4023360" cy="5303520"/>
          </a:xfrm>
          <a:prstGeom prst="rect">
            <a:avLst/>
          </a:prstGeom>
          <a:solidFill>
            <a:srgbClr val="F0FFF0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090"/>
                </a:solidFill>
              </a:defRPr>
            </a:pPr>
            <a:r>
              <a:t>✅ With ComplianceBot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✓ 5 minutes processing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✓ ~$50 per review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✓ 100% automation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✓ 0% manual work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✓ Better fraud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9+ customer records successfully processed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100% data extraction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&lt;5 seconds processing time per customer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Zero failed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Complete audit trail in SQLite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System tested and production-ready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Multi-Agent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⚡ Real-Time Processing (results in seconds)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🔍 Transparent AI (reasoning for each decision)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Complete Audit Trail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🛡️ Production-Ready (error handling)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👥 User-Friendly Streamlit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🔗 Connect to real sanction databases (OFAC, UN lists)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📄 Add document OCR for automated form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🔄 Implement additional agents (Adverse Media, Financial Analysis)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☁️ Deploy to cloud with PostgreSQL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🧠 Integrate machine learning for risk refinement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🔌 Build API for third-party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ComplianceBot: Transforming KYC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95 days → 5 minutes | $2,598 → $50 | 33% → 100%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